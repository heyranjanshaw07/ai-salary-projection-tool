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Barlow" panose="00000500000000000000" pitchFamily="2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01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heyranianshaw07/AI-Salary-Projection-To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373630"/>
            <a:ext cx="125079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0"/>
              </a:lnSpc>
              <a:buNone/>
            </a:pPr>
            <a:r>
              <a:rPr lang="en-US" sz="8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Salary Projection Tool</a:t>
            </a:r>
            <a:endParaRPr lang="en-US" sz="8600" dirty="0"/>
          </a:p>
        </p:txBody>
      </p:sp>
      <p:sp>
        <p:nvSpPr>
          <p:cNvPr id="5" name="Text 2"/>
          <p:cNvSpPr/>
          <p:nvPr/>
        </p:nvSpPr>
        <p:spPr>
          <a:xfrm>
            <a:off x="864037" y="4115514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Deployment of Ensemble Machine Learning for Predictive Compensation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78821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Presented By: </a:t>
            </a: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Ranjan Kumar Shaw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546092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Guided By: Ms. Naina Devi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04" y="945118"/>
            <a:ext cx="4092893" cy="51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4604" y="1824990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4604" y="2115026"/>
            <a:ext cx="6578560" cy="2286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644604" y="2252782"/>
            <a:ext cx="3293507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04" y="2619018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Understanding why traditional salary estimation lacks accuracy and robustness.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07235" y="1824990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07235" y="2115026"/>
            <a:ext cx="6578560" cy="2286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7407235" y="2252782"/>
            <a:ext cx="2598182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Tools &amp; Technologies Stack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7235" y="2619018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Python, Flask, Scikit-learn, HTML/CSS/JavaScript for full-stack development.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04" y="3235881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04" y="3525917"/>
            <a:ext cx="6578560" cy="2286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04" y="3663672"/>
            <a:ext cx="3013710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Architecture &amp; Working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04" y="4029908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Client-server model enabling seamless frontend-backend communication.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07235" y="3235881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07235" y="3525917"/>
            <a:ext cx="6578560" cy="2286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7407235" y="3663672"/>
            <a:ext cx="3041333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Ensemble Model &amp; Key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7235" y="4029908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Advanced voting regressor combining Random Forest and Gradient Boosting.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04" y="4646771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4604" y="4936808"/>
            <a:ext cx="6578560" cy="2286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04" y="5074563"/>
            <a:ext cx="3602712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Demonstration &amp; Output Screenshots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04" y="5440799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interface showcasing input validation and salary predictions.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07235" y="4646771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407235" y="4936808"/>
            <a:ext cx="6578560" cy="2286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25" name="Text 23"/>
          <p:cNvSpPr/>
          <p:nvPr/>
        </p:nvSpPr>
        <p:spPr>
          <a:xfrm>
            <a:off x="7407235" y="5074563"/>
            <a:ext cx="2224802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07235" y="5440799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Technical obstacles overcome through validation logic and ensemble methods.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4604" y="6057662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4604" y="6347698"/>
            <a:ext cx="6578560" cy="2286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04" y="6485453"/>
            <a:ext cx="2701885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Applications &amp; Future Scope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04" y="6851690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Real-world impact in HR, career planning, and market analysis.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407235" y="6057662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08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407235" y="6347698"/>
            <a:ext cx="6578560" cy="2286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33" name="Text 31"/>
          <p:cNvSpPr/>
          <p:nvPr/>
        </p:nvSpPr>
        <p:spPr>
          <a:xfrm>
            <a:off x="7407235" y="6485453"/>
            <a:ext cx="2046446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Link &amp; Q&amp;A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07235" y="6851690"/>
            <a:ext cx="657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Final submission and open discussion on implementation details.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9773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1682234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4037" y="2463998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Traditional salary estimation relies on subjective methods or simple linear regression. This approach lacks accuracy when predicting compensation for diverse professional profiles.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3531751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address this through comprehensive feature analysis including years of experience, education level, and job title classification.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692134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Solution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64037" y="5473898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full-stack web application deploying a high-accuracy ensemble machine learning model for immediate, reliable salary projections.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6541651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dataset derives from structured professional attributes containing proven compensation patterns and industry benchmarks.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797" y="670798"/>
            <a:ext cx="5421035" cy="67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Tools &amp; Technologies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853797" y="1836182"/>
            <a:ext cx="6339483" cy="2741295"/>
          </a:xfrm>
          <a:prstGeom prst="roundRect">
            <a:avLst>
              <a:gd name="adj" fmla="val 13349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8117" y="2110502"/>
            <a:ext cx="2710458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Machine Learning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28117" y="2595682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Scikit-learn: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RandomForest, GradientBoosting, VotingRegressor for ensemble modeling.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28117" y="3522583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Pandas &amp; NumPy: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Data manipulation and numerical computing.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7120" y="1836182"/>
            <a:ext cx="6339483" cy="2741295"/>
          </a:xfrm>
          <a:prstGeom prst="roundRect">
            <a:avLst>
              <a:gd name="adj" fmla="val 13349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1440" y="2110502"/>
            <a:ext cx="2710458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 API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11440" y="2595682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Flask (Python):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Lightweight framework for deploying the prediction endpoint.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11440" y="3522583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Chosen for simplicity, efficiency, and ideal single-endpoint architecture.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53797" y="4821317"/>
            <a:ext cx="6339483" cy="2741295"/>
          </a:xfrm>
          <a:prstGeom prst="roundRect">
            <a:avLst>
              <a:gd name="adj" fmla="val 13349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8117" y="5095637"/>
            <a:ext cx="2710458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28117" y="5580817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HTML, CSS, JavaScript: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Responsive, interactive user interface.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28117" y="6507718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Enables real-time validation and asynchronous API communication.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7120" y="4821317"/>
            <a:ext cx="6339483" cy="2741295"/>
          </a:xfrm>
          <a:prstGeom prst="roundRect">
            <a:avLst>
              <a:gd name="adj" fmla="val 13349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1440" y="5095637"/>
            <a:ext cx="2710458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11440" y="5580817"/>
            <a:ext cx="579084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Two-Tier Client-Server: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Clear separation of presentation and processing logic.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11440" y="6507718"/>
            <a:ext cx="5790843" cy="39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Scalable design supporting future cloud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59" y="339447"/>
            <a:ext cx="488096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Working: System Architecture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903" y="929164"/>
            <a:ext cx="9708594" cy="7490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6166" y="4124662"/>
            <a:ext cx="1693255" cy="1032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Salary Prediction 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1888" y="6588614"/>
            <a:ext cx="2519016" cy="34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Flask API Backend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1888" y="7042901"/>
            <a:ext cx="2519016" cy="61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Request handling &amp; preprocessing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63163" y="3938602"/>
            <a:ext cx="2574082" cy="68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Salary Prediction Result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63163" y="4737047"/>
            <a:ext cx="2574082" cy="61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High-contrast final output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23168" y="6416535"/>
            <a:ext cx="2519016" cy="68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Ensemble ML Model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23168" y="7214980"/>
            <a:ext cx="2519016" cy="61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Random Forest + Gradient Boosting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68126" y="4096915"/>
            <a:ext cx="2574082" cy="344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AJAX / Fetch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68126" y="4551202"/>
            <a:ext cx="2574082" cy="61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Asynchronous call to /predict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60579" y="1515734"/>
            <a:ext cx="2587848" cy="344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Browser Frontend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60579" y="1970022"/>
            <a:ext cx="2587848" cy="61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 form inputs &amp; validation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31959" y="8558570"/>
            <a:ext cx="137664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Flow: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User inputs travel asynchronously through the /predict endpoint to the ensemble model, returning predictions instantly.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1959" y="8941237"/>
            <a:ext cx="1827728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Input &amp; Validation Layer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1959" y="9332000"/>
            <a:ext cx="137664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Client-side JavaScript validation enforces logical constraints: Age ≥ Experience + 18, preventing unrealistic professional profiles from reaching the model.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31959" y="9714667"/>
            <a:ext cx="1645920" cy="20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Prediction Output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1959" y="10105430"/>
            <a:ext cx="137664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voting regressor combines base models, delivering accurate predictions displayed with maximum visibility and clarity.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748" y="364331"/>
            <a:ext cx="2944773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</a:rPr>
              <a:t>RESULTS : 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8" y="1080135"/>
            <a:ext cx="5567720" cy="678013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224" y="1080134"/>
            <a:ext cx="5463496" cy="67186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62224" y="4424005"/>
            <a:ext cx="781192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11386" y="8306038"/>
            <a:ext cx="1472327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HR &amp; Recruitment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1386" y="8569523"/>
            <a:ext cx="418409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Data-driven benchmarks establish competitive starting salaries and manage compensation bands efficiently.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11386" y="9072801"/>
            <a:ext cx="418409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Organizations make informed hiring decisions backed by predictive analytics.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223153" y="8306038"/>
            <a:ext cx="1472327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Career Planning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 rot="5400000" flipV="1">
            <a:off x="1861724" y="8943807"/>
            <a:ext cx="2064039" cy="17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Professionals project earning potential based on education and experience choices.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223153" y="9072801"/>
            <a:ext cx="4184094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Supports informed career development and strategic decision-making.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834920" y="8306038"/>
            <a:ext cx="1472327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Market Analysis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834920" y="8569523"/>
            <a:ext cx="418409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Adaptable for tracking compensation trends across job titles and locations.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834920" y="9072801"/>
            <a:ext cx="4184094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Enables longitudinal salary studies and industry benchmarking.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45431"/>
            <a:ext cx="596729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&amp; Solutions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724983"/>
            <a:ext cx="4136231" cy="3959066"/>
          </a:xfrm>
          <a:prstGeom prst="roundRect">
            <a:avLst>
              <a:gd name="adj" fmla="val 3695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557" y="2724983"/>
            <a:ext cx="121920" cy="3959066"/>
          </a:xfrm>
          <a:prstGeom prst="roundRect">
            <a:avLst>
              <a:gd name="adj" fmla="val 303750"/>
            </a:avLst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1232773" y="3002280"/>
            <a:ext cx="34351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Accuracy Challenge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232773" y="3493294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Reducing bias and variance for reliable predictions.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2773" y="4431506"/>
            <a:ext cx="349019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Solution: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Implemented voting regressor combining Random Forest and Gradient Boosting for stabilized, high-accuracy predictions.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2724983"/>
            <a:ext cx="4136231" cy="3959066"/>
          </a:xfrm>
          <a:prstGeom prst="roundRect">
            <a:avLst>
              <a:gd name="adj" fmla="val 3695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6604" y="2724983"/>
            <a:ext cx="121920" cy="3959066"/>
          </a:xfrm>
          <a:prstGeom prst="roundRect">
            <a:avLst>
              <a:gd name="adj" fmla="val 303750"/>
            </a:avLst>
          </a:prstGeom>
          <a:solidFill>
            <a:srgbClr val="29DDDA"/>
          </a:solidFill>
          <a:ln/>
        </p:spPr>
      </p:sp>
      <p:sp>
        <p:nvSpPr>
          <p:cNvPr id="10" name="Text 8"/>
          <p:cNvSpPr/>
          <p:nvPr/>
        </p:nvSpPr>
        <p:spPr>
          <a:xfrm>
            <a:off x="5615821" y="3002280"/>
            <a:ext cx="294858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Quality Challenge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5615821" y="3493294"/>
            <a:ext cx="34901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Preventing logically impossible inputs from reaching the model.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615821" y="4826556"/>
            <a:ext cx="34901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Solution: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Robust client-side JavaScript validation enforces real-world constraints like Age ≥ Experience + 18.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2724983"/>
            <a:ext cx="4136231" cy="3959066"/>
          </a:xfrm>
          <a:prstGeom prst="roundRect">
            <a:avLst>
              <a:gd name="adj" fmla="val 3695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99652" y="2724983"/>
            <a:ext cx="121920" cy="3959066"/>
          </a:xfrm>
          <a:prstGeom prst="roundRect">
            <a:avLst>
              <a:gd name="adj" fmla="val 303750"/>
            </a:avLst>
          </a:prstGeom>
          <a:solidFill>
            <a:srgbClr val="37A7E7"/>
          </a:solidFill>
          <a:ln/>
        </p:spPr>
      </p:sp>
      <p:sp>
        <p:nvSpPr>
          <p:cNvPr id="15" name="Text 13"/>
          <p:cNvSpPr/>
          <p:nvPr/>
        </p:nvSpPr>
        <p:spPr>
          <a:xfrm>
            <a:off x="9998869" y="3002280"/>
            <a:ext cx="34581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Interface Clarity Challenge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9998869" y="3493294"/>
            <a:ext cx="34901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Ensuring salary predictions are clearly visible.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998869" y="4431506"/>
            <a:ext cx="34901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Solution: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Flask-CORS enabled communication with forced CSS styling guaranteeing high-contrast result display.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9939" y="545544"/>
            <a:ext cx="6289596" cy="55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Scope &amp; Enhancements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6972538" y="1591270"/>
            <a:ext cx="220182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Enhancement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972538" y="1985248"/>
            <a:ext cx="696432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Integrate GridSearchCV for hyperparameter tuning, optimising Random Forest and Gradient Boosting settings.</a:t>
            </a:r>
            <a:endParaRPr lang="en-US" sz="1550" dirty="0"/>
          </a:p>
        </p:txBody>
      </p:sp>
      <p:sp>
        <p:nvSpPr>
          <p:cNvPr id="8" name="Text 3"/>
          <p:cNvSpPr/>
          <p:nvPr/>
        </p:nvSpPr>
        <p:spPr>
          <a:xfrm>
            <a:off x="7269718" y="3213497"/>
            <a:ext cx="220182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 Expansion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269718" y="3607475"/>
            <a:ext cx="666714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Incorporate NLP analysis of job descriptions and external economic indicators enriching prediction features.</a:t>
            </a:r>
            <a:endParaRPr lang="en-US" sz="1550" dirty="0"/>
          </a:p>
        </p:txBody>
      </p:sp>
      <p:sp>
        <p:nvSpPr>
          <p:cNvPr id="11" name="Text 5"/>
          <p:cNvSpPr/>
          <p:nvPr/>
        </p:nvSpPr>
        <p:spPr>
          <a:xfrm>
            <a:off x="7567017" y="4835723"/>
            <a:ext cx="220182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Cloud Deployment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567017" y="5229701"/>
            <a:ext cx="6369844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Host on AWS or Azure for 24/7 global accessibility, scalability, and enterprise-grade reliability.</a:t>
            </a:r>
            <a:endParaRPr lang="en-US" sz="1550" dirty="0"/>
          </a:p>
        </p:txBody>
      </p:sp>
      <p:sp>
        <p:nvSpPr>
          <p:cNvPr id="14" name="Text 7"/>
          <p:cNvSpPr/>
          <p:nvPr/>
        </p:nvSpPr>
        <p:spPr>
          <a:xfrm>
            <a:off x="7864197" y="6457950"/>
            <a:ext cx="2201823" cy="27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Experience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7864197" y="6851928"/>
            <a:ext cx="6072664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industry comparison feature showing predicted salary against market benchmarks for entered job titles.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22765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012162"/>
            <a:ext cx="4389120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Questions?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350437" y="41777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GitHub Repository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4767501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github.com/heyranianshaw07/AI-Salary-Projection-Tool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67129" y="41777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Contact Information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367129" y="4767501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Ranjan Kumar Shaw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67129" y="5384721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Email: heyranjanshaw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692</Words>
  <Application>Microsoft Office PowerPoint</Application>
  <PresentationFormat>Custom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Barlow</vt:lpstr>
      <vt:lpstr>Spline Sans Bold</vt:lpstr>
      <vt:lpstr>Spline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THINK</dc:creator>
  <cp:lastModifiedBy>THINK</cp:lastModifiedBy>
  <cp:revision>4</cp:revision>
  <dcterms:created xsi:type="dcterms:W3CDTF">2025-11-11T06:16:15Z</dcterms:created>
  <dcterms:modified xsi:type="dcterms:W3CDTF">2025-11-12T04:02:28Z</dcterms:modified>
</cp:coreProperties>
</file>